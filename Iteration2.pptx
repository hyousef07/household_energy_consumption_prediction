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9" r:id="rId4"/>
    <p:sldId id="261" r:id="rId5"/>
    <p:sldId id="262" r:id="rId6"/>
    <p:sldId id="260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0ADF44B-2C93-61E5-C89C-55A617CF3D64}" v="382" dt="2026-03-25T23:07:25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00219585 Hady Yousef" userId="S::x00219585@mytudublin.ie::eb18058a-ac28-4afc-ade5-3664bf0e6234" providerId="AD" clId="Web-{40ADF44B-2C93-61E5-C89C-55A617CF3D64}"/>
    <pc:docChg chg="addSld delSld modSld sldOrd">
      <pc:chgData name="X00219585 Hady Yousef" userId="S::x00219585@mytudublin.ie::eb18058a-ac28-4afc-ade5-3664bf0e6234" providerId="AD" clId="Web-{40ADF44B-2C93-61E5-C89C-55A617CF3D64}" dt="2026-03-25T23:06:46.399" v="418" actId="20577"/>
      <pc:docMkLst>
        <pc:docMk/>
      </pc:docMkLst>
      <pc:sldChg chg="modSp">
        <pc:chgData name="X00219585 Hady Yousef" userId="S::x00219585@mytudublin.ie::eb18058a-ac28-4afc-ade5-3664bf0e6234" providerId="AD" clId="Web-{40ADF44B-2C93-61E5-C89C-55A617CF3D64}" dt="2026-03-25T22:28:30.874" v="63" actId="20577"/>
        <pc:sldMkLst>
          <pc:docMk/>
          <pc:sldMk cId="109857222" sldId="256"/>
        </pc:sldMkLst>
        <pc:spChg chg="mod">
          <ac:chgData name="X00219585 Hady Yousef" userId="S::x00219585@mytudublin.ie::eb18058a-ac28-4afc-ade5-3664bf0e6234" providerId="AD" clId="Web-{40ADF44B-2C93-61E5-C89C-55A617CF3D64}" dt="2026-03-25T22:26:06.254" v="13" actId="20577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X00219585 Hady Yousef" userId="S::x00219585@mytudublin.ie::eb18058a-ac28-4afc-ade5-3664bf0e6234" providerId="AD" clId="Web-{40ADF44B-2C93-61E5-C89C-55A617CF3D64}" dt="2026-03-25T22:28:30.874" v="63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new mod setBg">
        <pc:chgData name="X00219585 Hady Yousef" userId="S::x00219585@mytudublin.ie::eb18058a-ac28-4afc-ade5-3664bf0e6234" providerId="AD" clId="Web-{40ADF44B-2C93-61E5-C89C-55A617CF3D64}" dt="2026-03-25T23:04:20.676" v="385" actId="20577"/>
        <pc:sldMkLst>
          <pc:docMk/>
          <pc:sldMk cId="3276936865" sldId="257"/>
        </pc:sldMkLst>
        <pc:spChg chg="mod">
          <ac:chgData name="X00219585 Hady Yousef" userId="S::x00219585@mytudublin.ie::eb18058a-ac28-4afc-ade5-3664bf0e6234" providerId="AD" clId="Web-{40ADF44B-2C93-61E5-C89C-55A617CF3D64}" dt="2026-03-25T22:31:35.336" v="68" actId="20577"/>
          <ac:spMkLst>
            <pc:docMk/>
            <pc:sldMk cId="3276936865" sldId="257"/>
            <ac:spMk id="2" creationId="{60B14162-A280-D423-D902-EC98FC8DDF8C}"/>
          </ac:spMkLst>
        </pc:spChg>
        <pc:spChg chg="add del mod">
          <ac:chgData name="X00219585 Hady Yousef" userId="S::x00219585@mytudublin.ie::eb18058a-ac28-4afc-ade5-3664bf0e6234" providerId="AD" clId="Web-{40ADF44B-2C93-61E5-C89C-55A617CF3D64}" dt="2026-03-25T23:04:20.676" v="385" actId="20577"/>
          <ac:spMkLst>
            <pc:docMk/>
            <pc:sldMk cId="3276936865" sldId="257"/>
            <ac:spMk id="3" creationId="{8F4B6071-0D39-D637-177A-9C9B20366490}"/>
          </ac:spMkLst>
        </pc:spChg>
        <pc:graphicFrameChg chg="add del mod ord modGraphic">
          <ac:chgData name="X00219585 Hady Yousef" userId="S::x00219585@mytudublin.ie::eb18058a-ac28-4afc-ade5-3664bf0e6234" providerId="AD" clId="Web-{40ADF44B-2C93-61E5-C89C-55A617CF3D64}" dt="2026-03-25T22:31:50.633" v="70"/>
          <ac:graphicFrameMkLst>
            <pc:docMk/>
            <pc:sldMk cId="3276936865" sldId="257"/>
            <ac:graphicFrameMk id="4" creationId="{428BAE83-AD88-400A-1CB7-7CFBA1C79979}"/>
          </ac:graphicFrameMkLst>
        </pc:graphicFrameChg>
      </pc:sldChg>
      <pc:sldChg chg="modSp new del">
        <pc:chgData name="X00219585 Hady Yousef" userId="S::x00219585@mytudublin.ie::eb18058a-ac28-4afc-ade5-3664bf0e6234" providerId="AD" clId="Web-{40ADF44B-2C93-61E5-C89C-55A617CF3D64}" dt="2026-03-25T22:56:55.319" v="305"/>
        <pc:sldMkLst>
          <pc:docMk/>
          <pc:sldMk cId="1776672799" sldId="258"/>
        </pc:sldMkLst>
        <pc:spChg chg="mod">
          <ac:chgData name="X00219585 Hady Yousef" userId="S::x00219585@mytudublin.ie::eb18058a-ac28-4afc-ade5-3664bf0e6234" providerId="AD" clId="Web-{40ADF44B-2C93-61E5-C89C-55A617CF3D64}" dt="2026-03-25T22:43:39.221" v="166" actId="20577"/>
          <ac:spMkLst>
            <pc:docMk/>
            <pc:sldMk cId="1776672799" sldId="258"/>
            <ac:spMk id="2" creationId="{2C53DA6C-CE8E-E102-D649-EFE219084E33}"/>
          </ac:spMkLst>
        </pc:spChg>
        <pc:spChg chg="mod">
          <ac:chgData name="X00219585 Hady Yousef" userId="S::x00219585@mytudublin.ie::eb18058a-ac28-4afc-ade5-3664bf0e6234" providerId="AD" clId="Web-{40ADF44B-2C93-61E5-C89C-55A617CF3D64}" dt="2026-03-25T22:53:43.832" v="275" actId="20577"/>
          <ac:spMkLst>
            <pc:docMk/>
            <pc:sldMk cId="1776672799" sldId="258"/>
            <ac:spMk id="3" creationId="{270FF25E-A23E-DBC8-A3B0-35163AF1D393}"/>
          </ac:spMkLst>
        </pc:spChg>
      </pc:sldChg>
      <pc:sldChg chg="addSp modSp new mod setBg">
        <pc:chgData name="X00219585 Hady Yousef" userId="S::x00219585@mytudublin.ie::eb18058a-ac28-4afc-ade5-3664bf0e6234" providerId="AD" clId="Web-{40ADF44B-2C93-61E5-C89C-55A617CF3D64}" dt="2026-03-25T23:03:47.097" v="370" actId="20577"/>
        <pc:sldMkLst>
          <pc:docMk/>
          <pc:sldMk cId="808276515" sldId="259"/>
        </pc:sldMkLst>
        <pc:spChg chg="mod">
          <ac:chgData name="X00219585 Hady Yousef" userId="S::x00219585@mytudublin.ie::eb18058a-ac28-4afc-ade5-3664bf0e6234" providerId="AD" clId="Web-{40ADF44B-2C93-61E5-C89C-55A617CF3D64}" dt="2026-03-25T22:58:22.167" v="309"/>
          <ac:spMkLst>
            <pc:docMk/>
            <pc:sldMk cId="808276515" sldId="259"/>
            <ac:spMk id="2" creationId="{3AA6DBB9-90B5-A7C1-BE45-8892511E2AC2}"/>
          </ac:spMkLst>
        </pc:spChg>
        <pc:spChg chg="mod ord">
          <ac:chgData name="X00219585 Hady Yousef" userId="S::x00219585@mytudublin.ie::eb18058a-ac28-4afc-ade5-3664bf0e6234" providerId="AD" clId="Web-{40ADF44B-2C93-61E5-C89C-55A617CF3D64}" dt="2026-03-25T23:03:47.097" v="370" actId="20577"/>
          <ac:spMkLst>
            <pc:docMk/>
            <pc:sldMk cId="808276515" sldId="259"/>
            <ac:spMk id="3" creationId="{F9208417-72C9-6AA2-0D04-C143D51CE0D7}"/>
          </ac:spMkLst>
        </pc:spChg>
        <pc:spChg chg="add">
          <ac:chgData name="X00219585 Hady Yousef" userId="S::x00219585@mytudublin.ie::eb18058a-ac28-4afc-ade5-3664bf0e6234" providerId="AD" clId="Web-{40ADF44B-2C93-61E5-C89C-55A617CF3D64}" dt="2026-03-25T22:58:22.167" v="309"/>
          <ac:spMkLst>
            <pc:docMk/>
            <pc:sldMk cId="808276515" sldId="259"/>
            <ac:spMk id="9" creationId="{744CAA32-F237-419C-A2DD-43C28D920D3C}"/>
          </ac:spMkLst>
        </pc:spChg>
        <pc:picChg chg="add mod">
          <ac:chgData name="X00219585 Hady Yousef" userId="S::x00219585@mytudublin.ie::eb18058a-ac28-4afc-ade5-3664bf0e6234" providerId="AD" clId="Web-{40ADF44B-2C93-61E5-C89C-55A617CF3D64}" dt="2026-03-25T22:58:43.717" v="312" actId="14100"/>
          <ac:picMkLst>
            <pc:docMk/>
            <pc:sldMk cId="808276515" sldId="259"/>
            <ac:picMk id="4" creationId="{8F5DAD6A-D87F-DA0E-7967-22D6C1C92AE5}"/>
          </ac:picMkLst>
        </pc:picChg>
        <pc:cxnChg chg="add">
          <ac:chgData name="X00219585 Hady Yousef" userId="S::x00219585@mytudublin.ie::eb18058a-ac28-4afc-ade5-3664bf0e6234" providerId="AD" clId="Web-{40ADF44B-2C93-61E5-C89C-55A617CF3D64}" dt="2026-03-25T22:58:22.167" v="309"/>
          <ac:cxnSpMkLst>
            <pc:docMk/>
            <pc:sldMk cId="808276515" sldId="259"/>
            <ac:cxnSpMk id="11" creationId="{02C7985C-B0C3-CC50-E86A-B5EBA40E01DF}"/>
          </ac:cxnSpMkLst>
        </pc:cxnChg>
      </pc:sldChg>
      <pc:sldChg chg="modSp new">
        <pc:chgData name="X00219585 Hady Yousef" userId="S::x00219585@mytudublin.ie::eb18058a-ac28-4afc-ade5-3664bf0e6234" providerId="AD" clId="Web-{40ADF44B-2C93-61E5-C89C-55A617CF3D64}" dt="2026-03-25T23:06:18.336" v="415" actId="20577"/>
        <pc:sldMkLst>
          <pc:docMk/>
          <pc:sldMk cId="611620781" sldId="260"/>
        </pc:sldMkLst>
        <pc:spChg chg="mod">
          <ac:chgData name="X00219585 Hady Yousef" userId="S::x00219585@mytudublin.ie::eb18058a-ac28-4afc-ade5-3664bf0e6234" providerId="AD" clId="Web-{40ADF44B-2C93-61E5-C89C-55A617CF3D64}" dt="2026-03-25T22:45:22.726" v="209" actId="20577"/>
          <ac:spMkLst>
            <pc:docMk/>
            <pc:sldMk cId="611620781" sldId="260"/>
            <ac:spMk id="2" creationId="{B8FBBBAE-F410-8689-318D-7A5C5E335E63}"/>
          </ac:spMkLst>
        </pc:spChg>
        <pc:spChg chg="mod">
          <ac:chgData name="X00219585 Hady Yousef" userId="S::x00219585@mytudublin.ie::eb18058a-ac28-4afc-ade5-3664bf0e6234" providerId="AD" clId="Web-{40ADF44B-2C93-61E5-C89C-55A617CF3D64}" dt="2026-03-25T23:06:18.336" v="415" actId="20577"/>
          <ac:spMkLst>
            <pc:docMk/>
            <pc:sldMk cId="611620781" sldId="260"/>
            <ac:spMk id="3" creationId="{A6ABDB88-7DD0-2311-FB9A-21816255C7CE}"/>
          </ac:spMkLst>
        </pc:spChg>
      </pc:sldChg>
      <pc:sldChg chg="modSp new ord">
        <pc:chgData name="X00219585 Hady Yousef" userId="S::x00219585@mytudublin.ie::eb18058a-ac28-4afc-ade5-3664bf0e6234" providerId="AD" clId="Web-{40ADF44B-2C93-61E5-C89C-55A617CF3D64}" dt="2026-03-25T23:02:35.609" v="339" actId="20577"/>
        <pc:sldMkLst>
          <pc:docMk/>
          <pc:sldMk cId="4023659420" sldId="261"/>
        </pc:sldMkLst>
        <pc:spChg chg="mod">
          <ac:chgData name="X00219585 Hady Yousef" userId="S::x00219585@mytudublin.ie::eb18058a-ac28-4afc-ade5-3664bf0e6234" providerId="AD" clId="Web-{40ADF44B-2C93-61E5-C89C-55A617CF3D64}" dt="2026-03-25T22:48:57.749" v="221" actId="20577"/>
          <ac:spMkLst>
            <pc:docMk/>
            <pc:sldMk cId="4023659420" sldId="261"/>
            <ac:spMk id="2" creationId="{E32D7396-6989-14BB-2F87-0DB17892F56C}"/>
          </ac:spMkLst>
        </pc:spChg>
        <pc:spChg chg="mod">
          <ac:chgData name="X00219585 Hady Yousef" userId="S::x00219585@mytudublin.ie::eb18058a-ac28-4afc-ade5-3664bf0e6234" providerId="AD" clId="Web-{40ADF44B-2C93-61E5-C89C-55A617CF3D64}" dt="2026-03-25T23:02:35.609" v="339" actId="20577"/>
          <ac:spMkLst>
            <pc:docMk/>
            <pc:sldMk cId="4023659420" sldId="261"/>
            <ac:spMk id="3" creationId="{88237F89-4687-B1BC-635C-050D484AEF4D}"/>
          </ac:spMkLst>
        </pc:spChg>
      </pc:sldChg>
      <pc:sldChg chg="modSp new ord">
        <pc:chgData name="X00219585 Hady Yousef" userId="S::x00219585@mytudublin.ie::eb18058a-ac28-4afc-ade5-3664bf0e6234" providerId="AD" clId="Web-{40ADF44B-2C93-61E5-C89C-55A617CF3D64}" dt="2026-03-25T23:06:46.399" v="418" actId="20577"/>
        <pc:sldMkLst>
          <pc:docMk/>
          <pc:sldMk cId="1596019269" sldId="262"/>
        </pc:sldMkLst>
        <pc:spChg chg="mod">
          <ac:chgData name="X00219585 Hady Yousef" userId="S::x00219585@mytudublin.ie::eb18058a-ac28-4afc-ade5-3664bf0e6234" providerId="AD" clId="Web-{40ADF44B-2C93-61E5-C89C-55A617CF3D64}" dt="2026-03-25T22:49:27.375" v="228" actId="20577"/>
          <ac:spMkLst>
            <pc:docMk/>
            <pc:sldMk cId="1596019269" sldId="262"/>
            <ac:spMk id="2" creationId="{D564E629-AE67-5E3E-6240-1951C684F648}"/>
          </ac:spMkLst>
        </pc:spChg>
        <pc:spChg chg="mod">
          <ac:chgData name="X00219585 Hady Yousef" userId="S::x00219585@mytudublin.ie::eb18058a-ac28-4afc-ade5-3664bf0e6234" providerId="AD" clId="Web-{40ADF44B-2C93-61E5-C89C-55A617CF3D64}" dt="2026-03-25T23:06:46.399" v="418" actId="20577"/>
          <ac:spMkLst>
            <pc:docMk/>
            <pc:sldMk cId="1596019269" sldId="262"/>
            <ac:spMk id="3" creationId="{CE99A953-B27B-604D-2A27-E180AED47B32}"/>
          </ac:spMkLst>
        </pc:spChg>
      </pc:sldChg>
      <pc:sldChg chg="modSp new">
        <pc:chgData name="X00219585 Hady Yousef" userId="S::x00219585@mytudublin.ie::eb18058a-ac28-4afc-ade5-3664bf0e6234" providerId="AD" clId="Web-{40ADF44B-2C93-61E5-C89C-55A617CF3D64}" dt="2026-03-25T23:05:48.335" v="409" actId="20577"/>
        <pc:sldMkLst>
          <pc:docMk/>
          <pc:sldMk cId="2271777627" sldId="263"/>
        </pc:sldMkLst>
        <pc:spChg chg="mod">
          <ac:chgData name="X00219585 Hady Yousef" userId="S::x00219585@mytudublin.ie::eb18058a-ac28-4afc-ade5-3664bf0e6234" providerId="AD" clId="Web-{40ADF44B-2C93-61E5-C89C-55A617CF3D64}" dt="2026-03-25T22:50:03.782" v="237" actId="20577"/>
          <ac:spMkLst>
            <pc:docMk/>
            <pc:sldMk cId="2271777627" sldId="263"/>
            <ac:spMk id="2" creationId="{DC364E21-A1AD-FAC0-7E9E-13F93C69D281}"/>
          </ac:spMkLst>
        </pc:spChg>
        <pc:spChg chg="mod">
          <ac:chgData name="X00219585 Hady Yousef" userId="S::x00219585@mytudublin.ie::eb18058a-ac28-4afc-ade5-3664bf0e6234" providerId="AD" clId="Web-{40ADF44B-2C93-61E5-C89C-55A617CF3D64}" dt="2026-03-25T23:05:48.335" v="409" actId="20577"/>
          <ac:spMkLst>
            <pc:docMk/>
            <pc:sldMk cId="2271777627" sldId="263"/>
            <ac:spMk id="3" creationId="{055D26E0-69DF-D0E4-BCCA-62B22CA0AABA}"/>
          </ac:spMkLst>
        </pc:spChg>
      </pc:sldChg>
      <pc:sldChg chg="modSp new">
        <pc:chgData name="X00219585 Hady Yousef" userId="S::x00219585@mytudublin.ie::eb18058a-ac28-4afc-ade5-3664bf0e6234" providerId="AD" clId="Web-{40ADF44B-2C93-61E5-C89C-55A617CF3D64}" dt="2026-03-25T23:05:03.146" v="393" actId="20577"/>
        <pc:sldMkLst>
          <pc:docMk/>
          <pc:sldMk cId="2118152318" sldId="264"/>
        </pc:sldMkLst>
        <pc:spChg chg="mod">
          <ac:chgData name="X00219585 Hady Yousef" userId="S::x00219585@mytudublin.ie::eb18058a-ac28-4afc-ade5-3664bf0e6234" providerId="AD" clId="Web-{40ADF44B-2C93-61E5-C89C-55A617CF3D64}" dt="2026-03-25T22:51:32.877" v="256" actId="20577"/>
          <ac:spMkLst>
            <pc:docMk/>
            <pc:sldMk cId="2118152318" sldId="264"/>
            <ac:spMk id="2" creationId="{3C2C72F3-F367-4144-A8BE-0882CE02206D}"/>
          </ac:spMkLst>
        </pc:spChg>
        <pc:spChg chg="mod">
          <ac:chgData name="X00219585 Hady Yousef" userId="S::x00219585@mytudublin.ie::eb18058a-ac28-4afc-ade5-3664bf0e6234" providerId="AD" clId="Web-{40ADF44B-2C93-61E5-C89C-55A617CF3D64}" dt="2026-03-25T23:05:03.146" v="393" actId="20577"/>
          <ac:spMkLst>
            <pc:docMk/>
            <pc:sldMk cId="2118152318" sldId="264"/>
            <ac:spMk id="3" creationId="{88004D75-6877-103C-5016-05CBB15A2987}"/>
          </ac:spMkLst>
        </pc:spChg>
      </pc:sldChg>
      <pc:sldChg chg="addSp delSp modSp new mod setBg">
        <pc:chgData name="X00219585 Hady Yousef" userId="S::x00219585@mytudublin.ie::eb18058a-ac28-4afc-ade5-3664bf0e6234" providerId="AD" clId="Web-{40ADF44B-2C93-61E5-C89C-55A617CF3D64}" dt="2026-03-25T23:04:47.396" v="391" actId="20577"/>
        <pc:sldMkLst>
          <pc:docMk/>
          <pc:sldMk cId="2935769590" sldId="265"/>
        </pc:sldMkLst>
        <pc:spChg chg="mod">
          <ac:chgData name="X00219585 Hady Yousef" userId="S::x00219585@mytudublin.ie::eb18058a-ac28-4afc-ade5-3664bf0e6234" providerId="AD" clId="Web-{40ADF44B-2C93-61E5-C89C-55A617CF3D64}" dt="2026-03-25T23:00:49.337" v="314"/>
          <ac:spMkLst>
            <pc:docMk/>
            <pc:sldMk cId="2935769590" sldId="265"/>
            <ac:spMk id="2" creationId="{5D26B147-2934-4D69-2AC4-AFEBF3E2A1D4}"/>
          </ac:spMkLst>
        </pc:spChg>
        <pc:spChg chg="mod ord">
          <ac:chgData name="X00219585 Hady Yousef" userId="S::x00219585@mytudublin.ie::eb18058a-ac28-4afc-ade5-3664bf0e6234" providerId="AD" clId="Web-{40ADF44B-2C93-61E5-C89C-55A617CF3D64}" dt="2026-03-25T23:04:47.396" v="391" actId="20577"/>
          <ac:spMkLst>
            <pc:docMk/>
            <pc:sldMk cId="2935769590" sldId="265"/>
            <ac:spMk id="3" creationId="{8BE3771B-60F0-42D4-3A2F-DB4CCCD7D8F2}"/>
          </ac:spMkLst>
        </pc:spChg>
        <pc:spChg chg="add del mod">
          <ac:chgData name="X00219585 Hady Yousef" userId="S::x00219585@mytudublin.ie::eb18058a-ac28-4afc-ade5-3664bf0e6234" providerId="AD" clId="Web-{40ADF44B-2C93-61E5-C89C-55A617CF3D64}" dt="2026-03-25T22:51:54.721" v="264"/>
          <ac:spMkLst>
            <pc:docMk/>
            <pc:sldMk cId="2935769590" sldId="265"/>
            <ac:spMk id="4" creationId="{B63C34B3-8C0A-FFA6-36BF-FC3AD70F1FE3}"/>
          </ac:spMkLst>
        </pc:spChg>
        <pc:spChg chg="add">
          <ac:chgData name="X00219585 Hady Yousef" userId="S::x00219585@mytudublin.ie::eb18058a-ac28-4afc-ade5-3664bf0e6234" providerId="AD" clId="Web-{40ADF44B-2C93-61E5-C89C-55A617CF3D64}" dt="2026-03-25T23:00:49.337" v="314"/>
          <ac:spMkLst>
            <pc:docMk/>
            <pc:sldMk cId="2935769590" sldId="265"/>
            <ac:spMk id="10" creationId="{063F27BC-7079-4FF7-8F7C-ABC82FA3C247}"/>
          </ac:spMkLst>
        </pc:spChg>
        <pc:picChg chg="add mod">
          <ac:chgData name="X00219585 Hady Yousef" userId="S::x00219585@mytudublin.ie::eb18058a-ac28-4afc-ade5-3664bf0e6234" providerId="AD" clId="Web-{40ADF44B-2C93-61E5-C89C-55A617CF3D64}" dt="2026-03-25T23:00:58.838" v="315" actId="14100"/>
          <ac:picMkLst>
            <pc:docMk/>
            <pc:sldMk cId="2935769590" sldId="265"/>
            <ac:picMk id="5" creationId="{156728E6-BC46-B044-BCF7-00CC2C872ACD}"/>
          </ac:picMkLst>
        </pc:picChg>
        <pc:cxnChg chg="add">
          <ac:chgData name="X00219585 Hady Yousef" userId="S::x00219585@mytudublin.ie::eb18058a-ac28-4afc-ade5-3664bf0e6234" providerId="AD" clId="Web-{40ADF44B-2C93-61E5-C89C-55A617CF3D64}" dt="2026-03-25T23:00:49.337" v="314"/>
          <ac:cxnSpMkLst>
            <pc:docMk/>
            <pc:sldMk cId="2935769590" sldId="265"/>
            <ac:cxnSpMk id="12" creationId="{540DBD50-3CB1-A513-2321-1891E3F0954D}"/>
          </ac:cxnSpMkLst>
        </pc:cxnChg>
      </pc:sldChg>
    </pc:docChg>
  </pc:docChgLst>
  <pc:docChgLst>
    <pc:chgData name="X00219585 Hady Yousef" userId="S::x00219585@mytudublin.ie::eb18058a-ac28-4afc-ade5-3664bf0e6234" providerId="AD" clId="Web-{94B05280-B4C9-69F3-802C-616BC63974C3}"/>
    <pc:docChg chg="modSld addMainMaster delMainMaster">
      <pc:chgData name="X00219585 Hady Yousef" userId="S::x00219585@mytudublin.ie::eb18058a-ac28-4afc-ade5-3664bf0e6234" providerId="AD" clId="Web-{94B05280-B4C9-69F3-802C-616BC63974C3}" dt="2026-03-24T21:50:50.943" v="4"/>
      <pc:docMkLst>
        <pc:docMk/>
      </pc:docMkLst>
      <pc:sldChg chg="addSp delSp modSp mod setBg modClrScheme setClrOvrMap chgLayout">
        <pc:chgData name="X00219585 Hady Yousef" userId="S::x00219585@mytudublin.ie::eb18058a-ac28-4afc-ade5-3664bf0e6234" providerId="AD" clId="Web-{94B05280-B4C9-69F3-802C-616BC63974C3}" dt="2026-03-24T21:50:50.943" v="4"/>
        <pc:sldMkLst>
          <pc:docMk/>
          <pc:sldMk cId="109857222" sldId="256"/>
        </pc:sldMkLst>
        <pc:spChg chg="mod">
          <ac:chgData name="X00219585 Hady Yousef" userId="S::x00219585@mytudublin.ie::eb18058a-ac28-4afc-ade5-3664bf0e6234" providerId="AD" clId="Web-{94B05280-B4C9-69F3-802C-616BC63974C3}" dt="2026-03-24T21:50:50.943" v="4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X00219585 Hady Yousef" userId="S::x00219585@mytudublin.ie::eb18058a-ac28-4afc-ade5-3664bf0e6234" providerId="AD" clId="Web-{94B05280-B4C9-69F3-802C-616BC63974C3}" dt="2026-03-24T21:50:50.943" v="4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X00219585 Hady Yousef" userId="S::x00219585@mytudublin.ie::eb18058a-ac28-4afc-ade5-3664bf0e6234" providerId="AD" clId="Web-{94B05280-B4C9-69F3-802C-616BC63974C3}" dt="2026-03-24T21:50:45.849" v="1"/>
          <ac:spMkLst>
            <pc:docMk/>
            <pc:sldMk cId="109857222" sldId="256"/>
            <ac:spMk id="9" creationId="{7A875D55-4A80-43E9-38F6-27E3664939B0}"/>
          </ac:spMkLst>
        </pc:spChg>
        <pc:spChg chg="add del">
          <ac:chgData name="X00219585 Hady Yousef" userId="S::x00219585@mytudublin.ie::eb18058a-ac28-4afc-ade5-3664bf0e6234" providerId="AD" clId="Web-{94B05280-B4C9-69F3-802C-616BC63974C3}" dt="2026-03-24T21:50:50.881" v="3"/>
          <ac:spMkLst>
            <pc:docMk/>
            <pc:sldMk cId="109857222" sldId="256"/>
            <ac:spMk id="11" creationId="{B7D064F0-6D2A-219C-C000-14ABD99ECEE9}"/>
          </ac:spMkLst>
        </pc:spChg>
        <pc:spChg chg="add del">
          <ac:chgData name="X00219585 Hady Yousef" userId="S::x00219585@mytudublin.ie::eb18058a-ac28-4afc-ade5-3664bf0e6234" providerId="AD" clId="Web-{94B05280-B4C9-69F3-802C-616BC63974C3}" dt="2026-03-24T21:50:50.881" v="3"/>
          <ac:spMkLst>
            <pc:docMk/>
            <pc:sldMk cId="109857222" sldId="256"/>
            <ac:spMk id="12" creationId="{6E448DB1-4196-18A6-15DA-C72635C1B11E}"/>
          </ac:spMkLst>
        </pc:spChg>
        <pc:spChg chg="add">
          <ac:chgData name="X00219585 Hady Yousef" userId="S::x00219585@mytudublin.ie::eb18058a-ac28-4afc-ade5-3664bf0e6234" providerId="AD" clId="Web-{94B05280-B4C9-69F3-802C-616BC63974C3}" dt="2026-03-24T21:50:50.943" v="4"/>
          <ac:spMkLst>
            <pc:docMk/>
            <pc:sldMk cId="109857222" sldId="256"/>
            <ac:spMk id="15" creationId="{D983080A-6551-4451-BD82-99B048897B29}"/>
          </ac:spMkLst>
        </pc:spChg>
        <pc:picChg chg="add del">
          <ac:chgData name="X00219585 Hady Yousef" userId="S::x00219585@mytudublin.ie::eb18058a-ac28-4afc-ade5-3664bf0e6234" providerId="AD" clId="Web-{94B05280-B4C9-69F3-802C-616BC63974C3}" dt="2026-03-24T21:50:45.849" v="1"/>
          <ac:picMkLst>
            <pc:docMk/>
            <pc:sldMk cId="109857222" sldId="256"/>
            <ac:picMk id="4" creationId="{73DD683A-E368-14D7-52B8-5BC24E64448E}"/>
          </ac:picMkLst>
        </pc:picChg>
        <pc:picChg chg="add del">
          <ac:chgData name="X00219585 Hady Yousef" userId="S::x00219585@mytudublin.ie::eb18058a-ac28-4afc-ade5-3664bf0e6234" providerId="AD" clId="Web-{94B05280-B4C9-69F3-802C-616BC63974C3}" dt="2026-03-24T21:50:50.881" v="3"/>
          <ac:picMkLst>
            <pc:docMk/>
            <pc:sldMk cId="109857222" sldId="256"/>
            <ac:picMk id="13" creationId="{DDAAD2B9-F0CA-012E-EE5D-84020FB41ADA}"/>
          </ac:picMkLst>
        </pc:picChg>
        <pc:picChg chg="add">
          <ac:chgData name="X00219585 Hady Yousef" userId="S::x00219585@mytudublin.ie::eb18058a-ac28-4afc-ade5-3664bf0e6234" providerId="AD" clId="Web-{94B05280-B4C9-69F3-802C-616BC63974C3}" dt="2026-03-24T21:50:50.943" v="4"/>
          <ac:picMkLst>
            <pc:docMk/>
            <pc:sldMk cId="109857222" sldId="256"/>
            <ac:picMk id="16" creationId="{55057B43-8731-CF79-6028-D44849AD0522}"/>
          </ac:picMkLst>
        </pc:picChg>
        <pc:cxnChg chg="add">
          <ac:chgData name="X00219585 Hady Yousef" userId="S::x00219585@mytudublin.ie::eb18058a-ac28-4afc-ade5-3664bf0e6234" providerId="AD" clId="Web-{94B05280-B4C9-69F3-802C-616BC63974C3}" dt="2026-03-24T21:50:50.943" v="4"/>
          <ac:cxnSpMkLst>
            <pc:docMk/>
            <pc:sldMk cId="109857222" sldId="256"/>
            <ac:cxnSpMk id="17" creationId="{8A5C8BF2-C035-4BFF-8802-A39723834415}"/>
          </ac:cxnSpMkLst>
        </pc:cxnChg>
      </pc:sldChg>
      <pc:sldMasterChg chg="add del addSldLayout delSldLayout">
        <pc:chgData name="X00219585 Hady Yousef" userId="S::x00219585@mytudublin.ie::eb18058a-ac28-4afc-ade5-3664bf0e6234" providerId="AD" clId="Web-{94B05280-B4C9-69F3-802C-616BC63974C3}" dt="2026-03-24T21:50:50.943" v="4"/>
        <pc:sldMasterMkLst>
          <pc:docMk/>
          <pc:sldMasterMk cId="2460954070" sldId="2147483660"/>
        </pc:sldMasterMkLst>
        <pc:sldLayoutChg chg="add del">
          <pc:chgData name="X00219585 Hady Yousef" userId="S::x00219585@mytudublin.ie::eb18058a-ac28-4afc-ade5-3664bf0e6234" providerId="AD" clId="Web-{94B05280-B4C9-69F3-802C-616BC63974C3}" dt="2026-03-24T21:50:50.943" v="4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50.943" v="4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50.943" v="4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50.943" v="4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50.943" v="4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50.943" v="4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50.943" v="4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50.943" v="4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50.943" v="4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50.943" v="4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50.943" v="4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">
        <pc:chgData name="X00219585 Hady Yousef" userId="S::x00219585@mytudublin.ie::eb18058a-ac28-4afc-ade5-3664bf0e6234" providerId="AD" clId="Web-{94B05280-B4C9-69F3-802C-616BC63974C3}" dt="2026-03-24T21:50:50.881" v="3"/>
        <pc:sldMasterMkLst>
          <pc:docMk/>
          <pc:sldMasterMk cId="3188451700" sldId="2147483672"/>
        </pc:sldMasterMkLst>
        <pc:sldLayoutChg chg="add del">
          <pc:chgData name="X00219585 Hady Yousef" userId="S::x00219585@mytudublin.ie::eb18058a-ac28-4afc-ade5-3664bf0e6234" providerId="AD" clId="Web-{94B05280-B4C9-69F3-802C-616BC63974C3}" dt="2026-03-24T21:50:50.881" v="3"/>
          <pc:sldLayoutMkLst>
            <pc:docMk/>
            <pc:sldMasterMk cId="3188451700" sldId="2147483672"/>
            <pc:sldLayoutMk cId="4005331001" sldId="2147483673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50.881" v="3"/>
          <pc:sldLayoutMkLst>
            <pc:docMk/>
            <pc:sldMasterMk cId="3188451700" sldId="2147483672"/>
            <pc:sldLayoutMk cId="1006714695" sldId="2147483674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50.881" v="3"/>
          <pc:sldLayoutMkLst>
            <pc:docMk/>
            <pc:sldMasterMk cId="3188451700" sldId="2147483672"/>
            <pc:sldLayoutMk cId="1201542721" sldId="2147483675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50.881" v="3"/>
          <pc:sldLayoutMkLst>
            <pc:docMk/>
            <pc:sldMasterMk cId="3188451700" sldId="2147483672"/>
            <pc:sldLayoutMk cId="3812270744" sldId="2147483676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50.881" v="3"/>
          <pc:sldLayoutMkLst>
            <pc:docMk/>
            <pc:sldMasterMk cId="3188451700" sldId="2147483672"/>
            <pc:sldLayoutMk cId="1243101840" sldId="2147483677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50.881" v="3"/>
          <pc:sldLayoutMkLst>
            <pc:docMk/>
            <pc:sldMasterMk cId="3188451700" sldId="2147483672"/>
            <pc:sldLayoutMk cId="578298997" sldId="2147483678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50.881" v="3"/>
          <pc:sldLayoutMkLst>
            <pc:docMk/>
            <pc:sldMasterMk cId="3188451700" sldId="2147483672"/>
            <pc:sldLayoutMk cId="454092988" sldId="2147483679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50.881" v="3"/>
          <pc:sldLayoutMkLst>
            <pc:docMk/>
            <pc:sldMasterMk cId="3188451700" sldId="2147483672"/>
            <pc:sldLayoutMk cId="507767178" sldId="2147483680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50.881" v="3"/>
          <pc:sldLayoutMkLst>
            <pc:docMk/>
            <pc:sldMasterMk cId="3188451700" sldId="2147483672"/>
            <pc:sldLayoutMk cId="1324656860" sldId="2147483681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50.881" v="3"/>
          <pc:sldLayoutMkLst>
            <pc:docMk/>
            <pc:sldMasterMk cId="3188451700" sldId="2147483672"/>
            <pc:sldLayoutMk cId="4190310176" sldId="2147483682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50.881" v="3"/>
          <pc:sldLayoutMkLst>
            <pc:docMk/>
            <pc:sldMasterMk cId="3188451700" sldId="2147483672"/>
            <pc:sldLayoutMk cId="1987369987" sldId="2147483683"/>
          </pc:sldLayoutMkLst>
        </pc:sldLayoutChg>
      </pc:sldMasterChg>
      <pc:sldMasterChg chg="add del addSldLayout delSldLayout">
        <pc:chgData name="X00219585 Hady Yousef" userId="S::x00219585@mytudublin.ie::eb18058a-ac28-4afc-ade5-3664bf0e6234" providerId="AD" clId="Web-{94B05280-B4C9-69F3-802C-616BC63974C3}" dt="2026-03-24T21:50:45.849" v="1"/>
        <pc:sldMasterMkLst>
          <pc:docMk/>
          <pc:sldMasterMk cId="3780428858" sldId="2147483672"/>
        </pc:sldMasterMkLst>
        <pc:sldLayoutChg chg="add del">
          <pc:chgData name="X00219585 Hady Yousef" userId="S::x00219585@mytudublin.ie::eb18058a-ac28-4afc-ade5-3664bf0e6234" providerId="AD" clId="Web-{94B05280-B4C9-69F3-802C-616BC63974C3}" dt="2026-03-24T21:50:45.849" v="1"/>
          <pc:sldLayoutMkLst>
            <pc:docMk/>
            <pc:sldMasterMk cId="3780428858" sldId="2147483672"/>
            <pc:sldLayoutMk cId="111414972" sldId="2147483673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45.849" v="1"/>
          <pc:sldLayoutMkLst>
            <pc:docMk/>
            <pc:sldMasterMk cId="3780428858" sldId="2147483672"/>
            <pc:sldLayoutMk cId="422048453" sldId="2147483674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45.849" v="1"/>
          <pc:sldLayoutMkLst>
            <pc:docMk/>
            <pc:sldMasterMk cId="3780428858" sldId="2147483672"/>
            <pc:sldLayoutMk cId="180045979" sldId="2147483675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45.849" v="1"/>
          <pc:sldLayoutMkLst>
            <pc:docMk/>
            <pc:sldMasterMk cId="3780428858" sldId="2147483672"/>
            <pc:sldLayoutMk cId="1480448549" sldId="2147483676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45.849" v="1"/>
          <pc:sldLayoutMkLst>
            <pc:docMk/>
            <pc:sldMasterMk cId="3780428858" sldId="2147483672"/>
            <pc:sldLayoutMk cId="3133910733" sldId="2147483677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45.849" v="1"/>
          <pc:sldLayoutMkLst>
            <pc:docMk/>
            <pc:sldMasterMk cId="3780428858" sldId="2147483672"/>
            <pc:sldLayoutMk cId="4155272297" sldId="2147483678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45.849" v="1"/>
          <pc:sldLayoutMkLst>
            <pc:docMk/>
            <pc:sldMasterMk cId="3780428858" sldId="2147483672"/>
            <pc:sldLayoutMk cId="777572887" sldId="2147483679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45.849" v="1"/>
          <pc:sldLayoutMkLst>
            <pc:docMk/>
            <pc:sldMasterMk cId="3780428858" sldId="2147483672"/>
            <pc:sldLayoutMk cId="2427676022" sldId="2147483680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45.849" v="1"/>
          <pc:sldLayoutMkLst>
            <pc:docMk/>
            <pc:sldMasterMk cId="3780428858" sldId="2147483672"/>
            <pc:sldLayoutMk cId="2414928774" sldId="2147483681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45.849" v="1"/>
          <pc:sldLayoutMkLst>
            <pc:docMk/>
            <pc:sldMasterMk cId="3780428858" sldId="2147483672"/>
            <pc:sldLayoutMk cId="2177394447" sldId="2147483682"/>
          </pc:sldLayoutMkLst>
        </pc:sldLayoutChg>
        <pc:sldLayoutChg chg="add del">
          <pc:chgData name="X00219585 Hady Yousef" userId="S::x00219585@mytudublin.ie::eb18058a-ac28-4afc-ade5-3664bf0e6234" providerId="AD" clId="Web-{94B05280-B4C9-69F3-802C-616BC63974C3}" dt="2026-03-24T21:50:45.849" v="1"/>
          <pc:sldLayoutMkLst>
            <pc:docMk/>
            <pc:sldMasterMk cId="3780428858" sldId="2147483672"/>
            <pc:sldLayoutMk cId="3011073344" sldId="2147483683"/>
          </pc:sldLayoutMkLst>
        </pc:sldLayoutChg>
      </pc:sldMasterChg>
      <pc:sldMasterChg chg="add addSldLayout">
        <pc:chgData name="X00219585 Hady Yousef" userId="S::x00219585@mytudublin.ie::eb18058a-ac28-4afc-ade5-3664bf0e6234" providerId="AD" clId="Web-{94B05280-B4C9-69F3-802C-616BC63974C3}" dt="2026-03-24T21:50:50.943" v="4"/>
        <pc:sldMasterMkLst>
          <pc:docMk/>
          <pc:sldMasterMk cId="704695503" sldId="2147483708"/>
        </pc:sldMasterMkLst>
        <pc:sldLayoutChg chg="add">
          <pc:chgData name="X00219585 Hady Yousef" userId="S::x00219585@mytudublin.ie::eb18058a-ac28-4afc-ade5-3664bf0e6234" providerId="AD" clId="Web-{94B05280-B4C9-69F3-802C-616BC63974C3}" dt="2026-03-24T21:50:50.943" v="4"/>
          <pc:sldLayoutMkLst>
            <pc:docMk/>
            <pc:sldMasterMk cId="704695503" sldId="2147483708"/>
            <pc:sldLayoutMk cId="3571369621" sldId="2147483697"/>
          </pc:sldLayoutMkLst>
        </pc:sldLayoutChg>
        <pc:sldLayoutChg chg="add">
          <pc:chgData name="X00219585 Hady Yousef" userId="S::x00219585@mytudublin.ie::eb18058a-ac28-4afc-ade5-3664bf0e6234" providerId="AD" clId="Web-{94B05280-B4C9-69F3-802C-616BC63974C3}" dt="2026-03-24T21:50:50.943" v="4"/>
          <pc:sldLayoutMkLst>
            <pc:docMk/>
            <pc:sldMasterMk cId="704695503" sldId="2147483708"/>
            <pc:sldLayoutMk cId="2752741082" sldId="2147483698"/>
          </pc:sldLayoutMkLst>
        </pc:sldLayoutChg>
        <pc:sldLayoutChg chg="add">
          <pc:chgData name="X00219585 Hady Yousef" userId="S::x00219585@mytudublin.ie::eb18058a-ac28-4afc-ade5-3664bf0e6234" providerId="AD" clId="Web-{94B05280-B4C9-69F3-802C-616BC63974C3}" dt="2026-03-24T21:50:50.943" v="4"/>
          <pc:sldLayoutMkLst>
            <pc:docMk/>
            <pc:sldMasterMk cId="704695503" sldId="2147483708"/>
            <pc:sldLayoutMk cId="1433425089" sldId="2147483699"/>
          </pc:sldLayoutMkLst>
        </pc:sldLayoutChg>
        <pc:sldLayoutChg chg="add">
          <pc:chgData name="X00219585 Hady Yousef" userId="S::x00219585@mytudublin.ie::eb18058a-ac28-4afc-ade5-3664bf0e6234" providerId="AD" clId="Web-{94B05280-B4C9-69F3-802C-616BC63974C3}" dt="2026-03-24T21:50:50.943" v="4"/>
          <pc:sldLayoutMkLst>
            <pc:docMk/>
            <pc:sldMasterMk cId="704695503" sldId="2147483708"/>
            <pc:sldLayoutMk cId="3049849810" sldId="2147483700"/>
          </pc:sldLayoutMkLst>
        </pc:sldLayoutChg>
        <pc:sldLayoutChg chg="add">
          <pc:chgData name="X00219585 Hady Yousef" userId="S::x00219585@mytudublin.ie::eb18058a-ac28-4afc-ade5-3664bf0e6234" providerId="AD" clId="Web-{94B05280-B4C9-69F3-802C-616BC63974C3}" dt="2026-03-24T21:50:50.943" v="4"/>
          <pc:sldLayoutMkLst>
            <pc:docMk/>
            <pc:sldMasterMk cId="704695503" sldId="2147483708"/>
            <pc:sldLayoutMk cId="2817319468" sldId="2147483701"/>
          </pc:sldLayoutMkLst>
        </pc:sldLayoutChg>
        <pc:sldLayoutChg chg="add">
          <pc:chgData name="X00219585 Hady Yousef" userId="S::x00219585@mytudublin.ie::eb18058a-ac28-4afc-ade5-3664bf0e6234" providerId="AD" clId="Web-{94B05280-B4C9-69F3-802C-616BC63974C3}" dt="2026-03-24T21:50:50.943" v="4"/>
          <pc:sldLayoutMkLst>
            <pc:docMk/>
            <pc:sldMasterMk cId="704695503" sldId="2147483708"/>
            <pc:sldLayoutMk cId="1207226064" sldId="2147483702"/>
          </pc:sldLayoutMkLst>
        </pc:sldLayoutChg>
        <pc:sldLayoutChg chg="add">
          <pc:chgData name="X00219585 Hady Yousef" userId="S::x00219585@mytudublin.ie::eb18058a-ac28-4afc-ade5-3664bf0e6234" providerId="AD" clId="Web-{94B05280-B4C9-69F3-802C-616BC63974C3}" dt="2026-03-24T21:50:50.943" v="4"/>
          <pc:sldLayoutMkLst>
            <pc:docMk/>
            <pc:sldMasterMk cId="704695503" sldId="2147483708"/>
            <pc:sldLayoutMk cId="3910060745" sldId="2147483703"/>
          </pc:sldLayoutMkLst>
        </pc:sldLayoutChg>
        <pc:sldLayoutChg chg="add">
          <pc:chgData name="X00219585 Hady Yousef" userId="S::x00219585@mytudublin.ie::eb18058a-ac28-4afc-ade5-3664bf0e6234" providerId="AD" clId="Web-{94B05280-B4C9-69F3-802C-616BC63974C3}" dt="2026-03-24T21:50:50.943" v="4"/>
          <pc:sldLayoutMkLst>
            <pc:docMk/>
            <pc:sldMasterMk cId="704695503" sldId="2147483708"/>
            <pc:sldLayoutMk cId="3205297348" sldId="2147483704"/>
          </pc:sldLayoutMkLst>
        </pc:sldLayoutChg>
        <pc:sldLayoutChg chg="add">
          <pc:chgData name="X00219585 Hady Yousef" userId="S::x00219585@mytudublin.ie::eb18058a-ac28-4afc-ade5-3664bf0e6234" providerId="AD" clId="Web-{94B05280-B4C9-69F3-802C-616BC63974C3}" dt="2026-03-24T21:50:50.943" v="4"/>
          <pc:sldLayoutMkLst>
            <pc:docMk/>
            <pc:sldMasterMk cId="704695503" sldId="2147483708"/>
            <pc:sldLayoutMk cId="3521241211" sldId="2147483705"/>
          </pc:sldLayoutMkLst>
        </pc:sldLayoutChg>
        <pc:sldLayoutChg chg="add">
          <pc:chgData name="X00219585 Hady Yousef" userId="S::x00219585@mytudublin.ie::eb18058a-ac28-4afc-ade5-3664bf0e6234" providerId="AD" clId="Web-{94B05280-B4C9-69F3-802C-616BC63974C3}" dt="2026-03-24T21:50:50.943" v="4"/>
          <pc:sldLayoutMkLst>
            <pc:docMk/>
            <pc:sldMasterMk cId="704695503" sldId="2147483708"/>
            <pc:sldLayoutMk cId="3790357426" sldId="2147483706"/>
          </pc:sldLayoutMkLst>
        </pc:sldLayoutChg>
        <pc:sldLayoutChg chg="add">
          <pc:chgData name="X00219585 Hady Yousef" userId="S::x00219585@mytudublin.ie::eb18058a-ac28-4afc-ade5-3664bf0e6234" providerId="AD" clId="Web-{94B05280-B4C9-69F3-802C-616BC63974C3}" dt="2026-03-24T21:50:50.943" v="4"/>
          <pc:sldLayoutMkLst>
            <pc:docMk/>
            <pc:sldMasterMk cId="704695503" sldId="2147483708"/>
            <pc:sldLayoutMk cId="3806008769" sldId="2147483707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060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297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1241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357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008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319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369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7410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425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849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226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4695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1" r:id="rId6"/>
    <p:sldLayoutId id="2147483697" r:id="rId7"/>
    <p:sldLayoutId id="2147483698" r:id="rId8"/>
    <p:sldLayoutId id="2147483699" r:id="rId9"/>
    <p:sldLayoutId id="2147483700" r:id="rId10"/>
    <p:sldLayoutId id="214748370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D983080A-6551-4451-BD82-99B048897B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5057B43-8731-CF79-6028-D44849AD052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r="-2" b="15726"/>
          <a:stretch>
            <a:fillRect/>
          </a:stretch>
        </p:blipFill>
        <p:spPr>
          <a:xfrm>
            <a:off x="20" y="10"/>
            <a:ext cx="12191980" cy="685798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1" y="2909456"/>
            <a:ext cx="7393922" cy="3066469"/>
          </a:xfrm>
        </p:spPr>
        <p:txBody>
          <a:bodyPr anchor="b">
            <a:normAutofit/>
          </a:bodyPr>
          <a:lstStyle/>
          <a:p>
            <a:r>
              <a:rPr lang="en-GB"/>
              <a:t>Iteration 2 – Exploring different machine learning models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956113"/>
            <a:ext cx="7393922" cy="1329888"/>
          </a:xfrm>
        </p:spPr>
        <p:txBody>
          <a:bodyPr anchor="t">
            <a:normAutofit fontScale="70000" lnSpcReduction="20000"/>
          </a:bodyPr>
          <a:lstStyle/>
          <a:p>
            <a:r>
              <a:rPr lang="en-GB">
                <a:solidFill>
                  <a:srgbClr val="FFFFFF"/>
                </a:solidFill>
              </a:rPr>
              <a:t>Group Members:</a:t>
            </a:r>
            <a:endParaRPr lang="en-US"/>
          </a:p>
          <a:p>
            <a:r>
              <a:rPr lang="en-GB">
                <a:solidFill>
                  <a:srgbClr val="FFFFFF"/>
                </a:solidFill>
              </a:rPr>
              <a:t>Hady Yousef - X00219585</a:t>
            </a:r>
            <a:endParaRPr lang="en-GB" dirty="0">
              <a:solidFill>
                <a:srgbClr val="FFFFFF"/>
              </a:solidFill>
            </a:endParaRPr>
          </a:p>
          <a:p>
            <a:r>
              <a:rPr lang="en-GB">
                <a:solidFill>
                  <a:srgbClr val="FFFFFF"/>
                </a:solidFill>
              </a:rPr>
              <a:t>OSAMA ALOBAID - X00230146</a:t>
            </a:r>
            <a:endParaRPr lang="en-GB" dirty="0">
              <a:solidFill>
                <a:srgbClr val="FFFFFF"/>
              </a:solidFill>
            </a:endParaRPr>
          </a:p>
          <a:p>
            <a:r>
              <a:rPr lang="en-GB">
                <a:solidFill>
                  <a:srgbClr val="FFFFFF"/>
                </a:solidFill>
              </a:rPr>
              <a:t>ALMUJTABA MOHAMED - X00230145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A5C8BF2-C035-4BFF-8802-A39723834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92570" y="6272784"/>
            <a:ext cx="1020883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14162-A280-D423-D902-EC98FC8DD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Dataset Overview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B6071-0D39-D637-177A-9C9B203664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633472"/>
            <a:ext cx="11220441" cy="35661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1600">
                <a:ea typeface="+mn-lt"/>
                <a:cs typeface="+mn-lt"/>
              </a:rPr>
              <a:t>Dataset: Household Power Consumption </a:t>
            </a:r>
            <a:endParaRPr lang="en-GB" sz="1600" dirty="0">
              <a:ea typeface="+mn-lt"/>
              <a:cs typeface="+mn-lt"/>
            </a:endParaRPr>
          </a:p>
          <a:p>
            <a:r>
              <a:rPr lang="en-GB" sz="1600">
                <a:ea typeface="+mn-lt"/>
                <a:cs typeface="+mn-lt"/>
              </a:rPr>
              <a:t>Source: UCI / Kaggle </a:t>
            </a:r>
            <a:endParaRPr lang="en-GB"/>
          </a:p>
          <a:p>
            <a:r>
              <a:rPr lang="en-GB" sz="1600" dirty="0">
                <a:ea typeface="+mn-lt"/>
                <a:cs typeface="+mn-lt"/>
              </a:rPr>
              <a:t>Description: Each row represents electricity usage at a specific time </a:t>
            </a:r>
            <a:endParaRPr lang="en-GB" dirty="0"/>
          </a:p>
          <a:p>
            <a:r>
              <a:rPr lang="en-GB" sz="1600">
                <a:ea typeface="+mn-lt"/>
                <a:cs typeface="+mn-lt"/>
              </a:rPr>
              <a:t>Time Resolution: Minute-level data </a:t>
            </a:r>
            <a:endParaRPr lang="en-GB"/>
          </a:p>
          <a:p>
            <a:r>
              <a:rPr lang="en-GB" sz="1600" dirty="0">
                <a:ea typeface="+mn-lt"/>
                <a:cs typeface="+mn-lt"/>
              </a:rPr>
              <a:t>Key Features: </a:t>
            </a:r>
            <a:r>
              <a:rPr lang="en-GB" sz="1600" dirty="0" err="1">
                <a:ea typeface="+mn-lt"/>
                <a:cs typeface="+mn-lt"/>
              </a:rPr>
              <a:t>Global_active_power</a:t>
            </a:r>
            <a:r>
              <a:rPr lang="en-GB" sz="1600" dirty="0">
                <a:ea typeface="+mn-lt"/>
                <a:cs typeface="+mn-lt"/>
              </a:rPr>
              <a:t> (target) , </a:t>
            </a:r>
            <a:r>
              <a:rPr lang="en-GB" sz="1600" dirty="0" err="1">
                <a:ea typeface="+mn-lt"/>
                <a:cs typeface="+mn-lt"/>
              </a:rPr>
              <a:t>Global_reactive_power</a:t>
            </a:r>
            <a:r>
              <a:rPr lang="en-GB" sz="1600" dirty="0">
                <a:ea typeface="+mn-lt"/>
                <a:cs typeface="+mn-lt"/>
              </a:rPr>
              <a:t> , Voltage , </a:t>
            </a:r>
            <a:r>
              <a:rPr lang="en-GB" sz="1600" dirty="0" err="1">
                <a:ea typeface="+mn-lt"/>
                <a:cs typeface="+mn-lt"/>
              </a:rPr>
              <a:t>Global_intensity</a:t>
            </a:r>
            <a:r>
              <a:rPr lang="en-GB" sz="1600" dirty="0">
                <a:ea typeface="+mn-lt"/>
                <a:cs typeface="+mn-lt"/>
              </a:rPr>
              <a:t>,</a:t>
            </a:r>
            <a:endParaRPr lang="en-GB" dirty="0">
              <a:ea typeface="+mn-lt"/>
              <a:cs typeface="+mn-lt"/>
            </a:endParaRPr>
          </a:p>
          <a:p>
            <a:r>
              <a:rPr lang="en-GB" sz="1600">
                <a:ea typeface="+mn-lt"/>
                <a:cs typeface="+mn-lt"/>
              </a:rPr>
              <a:t>Sub_metering_2 , Sub_metering_3 </a:t>
            </a:r>
            <a:endParaRPr lang="en-GB"/>
          </a:p>
          <a:p>
            <a:r>
              <a:rPr lang="en-GB" sz="1600" dirty="0">
                <a:ea typeface="+mn-lt"/>
                <a:cs typeface="+mn-lt"/>
              </a:rPr>
              <a:t>Target Variable: </a:t>
            </a:r>
            <a:r>
              <a:rPr lang="en-GB" sz="1600" dirty="0" err="1">
                <a:ea typeface="+mn-lt"/>
                <a:cs typeface="+mn-lt"/>
              </a:rPr>
              <a:t>Global_active_power</a:t>
            </a:r>
            <a:endParaRPr lang="en-GB" dirty="0" err="1">
              <a:ea typeface="+mn-lt"/>
              <a:cs typeface="+mn-lt"/>
            </a:endParaRPr>
          </a:p>
          <a:p>
            <a:endParaRPr lang="en-GB" sz="1600" dirty="0"/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76936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A6DBB9-90B5-A7C1-BE45-8892511E2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19126" y="979051"/>
            <a:ext cx="2811879" cy="1807048"/>
          </a:xfrm>
        </p:spPr>
        <p:txBody>
          <a:bodyPr anchor="b">
            <a:normAutofit/>
          </a:bodyPr>
          <a:lstStyle/>
          <a:p>
            <a:r>
              <a:rPr lang="en-GB" sz="3600"/>
              <a:t>Data Preparation</a:t>
            </a:r>
          </a:p>
        </p:txBody>
      </p:sp>
      <p:pic>
        <p:nvPicPr>
          <p:cNvPr id="4" name="Picture 3" descr="A graph of heatmap&#10;&#10;AI-generated content may be incorrect.">
            <a:extLst>
              <a:ext uri="{FF2B5EF4-FFF2-40B4-BE49-F238E27FC236}">
                <a16:creationId xmlns:a16="http://schemas.microsoft.com/office/drawing/2014/main" id="{8F5DAD6A-D87F-DA0E-7967-22D6C1C92A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8233"/>
          <a:stretch>
            <a:fillRect/>
          </a:stretch>
        </p:blipFill>
        <p:spPr>
          <a:xfrm>
            <a:off x="20" y="975975"/>
            <a:ext cx="6764847" cy="4965507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2C7985C-B0C3-CC50-E86A-B5EBA40E0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1" y="6359240"/>
            <a:ext cx="82296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08417-72C9-6AA2-0D04-C143D51CE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9128" y="2922624"/>
            <a:ext cx="2811880" cy="340995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sz="1400" dirty="0">
                <a:ea typeface="+mn-lt"/>
                <a:cs typeface="+mn-lt"/>
              </a:rPr>
              <a:t>Converted Date and Time into a single </a:t>
            </a:r>
            <a:r>
              <a:rPr lang="en-GB" sz="1400" dirty="0" err="1">
                <a:ea typeface="+mn-lt"/>
                <a:cs typeface="+mn-lt"/>
              </a:rPr>
              <a:t>DateTime</a:t>
            </a:r>
            <a:r>
              <a:rPr lang="en-GB" sz="1400" dirty="0">
                <a:ea typeface="+mn-lt"/>
                <a:cs typeface="+mn-lt"/>
              </a:rPr>
              <a:t> feature </a:t>
            </a:r>
            <a:endParaRPr lang="en-GB" dirty="0"/>
          </a:p>
          <a:p>
            <a:r>
              <a:rPr lang="en-GB" sz="1400">
                <a:ea typeface="+mn-lt"/>
                <a:cs typeface="+mn-lt"/>
              </a:rPr>
              <a:t>Performed correlation</a:t>
            </a:r>
            <a:endParaRPr lang="en-GB"/>
          </a:p>
          <a:p>
            <a:r>
              <a:rPr lang="en-GB" sz="1400">
                <a:ea typeface="+mn-lt"/>
                <a:cs typeface="+mn-lt"/>
              </a:rPr>
              <a:t>analysis to understand relationships between variables </a:t>
            </a:r>
            <a:endParaRPr lang="en-GB"/>
          </a:p>
          <a:p>
            <a:r>
              <a:rPr lang="en-GB" sz="1400">
                <a:ea typeface="+mn-lt"/>
                <a:cs typeface="+mn-lt"/>
              </a:rPr>
              <a:t>Selected relevant features for modelling </a:t>
            </a:r>
            <a:endParaRPr lang="en-GB"/>
          </a:p>
          <a:p>
            <a:r>
              <a:rPr lang="en-GB" sz="1400">
                <a:ea typeface="+mn-lt"/>
                <a:cs typeface="+mn-lt"/>
              </a:rPr>
              <a:t>Removed non-informative features (e.g., Sub_metering_1)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8276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D7396-6989-14BB-2F87-0DB17892F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Feature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37F89-4687-B1BC-635C-050D484AEF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sz="3200" dirty="0">
                <a:ea typeface="+mn-lt"/>
                <a:cs typeface="+mn-lt"/>
              </a:rPr>
              <a:t>Target variable: </a:t>
            </a:r>
            <a:r>
              <a:rPr lang="en-GB" sz="3200" dirty="0" err="1">
                <a:ea typeface="+mn-lt"/>
                <a:cs typeface="+mn-lt"/>
              </a:rPr>
              <a:t>Global_active_power</a:t>
            </a:r>
            <a:r>
              <a:rPr lang="en-GB" sz="3200" dirty="0">
                <a:ea typeface="+mn-lt"/>
                <a:cs typeface="+mn-lt"/>
              </a:rPr>
              <a:t> </a:t>
            </a:r>
            <a:endParaRPr lang="en-GB" dirty="0" err="1">
              <a:latin typeface="Grandview Display"/>
              <a:ea typeface="Calibri"/>
              <a:cs typeface="Calibri"/>
            </a:endParaRPr>
          </a:p>
          <a:p>
            <a:r>
              <a:rPr lang="en-GB" sz="3200">
                <a:ea typeface="+mn-lt"/>
                <a:cs typeface="+mn-lt"/>
              </a:rPr>
              <a:t>Removed Sub_metering_1 </a:t>
            </a:r>
            <a:endParaRPr lang="en-GB"/>
          </a:p>
          <a:p>
            <a:r>
              <a:rPr lang="en-GB" sz="3200">
                <a:ea typeface="+mn-lt"/>
                <a:cs typeface="+mn-lt"/>
              </a:rPr>
              <a:t>Selected features based on correlation </a:t>
            </a:r>
            <a:endParaRPr lang="en-GB"/>
          </a:p>
          <a:p>
            <a:r>
              <a:rPr lang="en-GB" sz="3200" dirty="0">
                <a:ea typeface="+mn-lt"/>
                <a:cs typeface="+mn-lt"/>
              </a:rPr>
              <a:t>Final features: </a:t>
            </a:r>
            <a:r>
              <a:rPr lang="en-GB" sz="3200" dirty="0" err="1">
                <a:ea typeface="+mn-lt"/>
                <a:cs typeface="+mn-lt"/>
              </a:rPr>
              <a:t>Global_reactive_power</a:t>
            </a:r>
            <a:r>
              <a:rPr lang="en-GB" sz="3200" dirty="0">
                <a:ea typeface="+mn-lt"/>
                <a:cs typeface="+mn-lt"/>
              </a:rPr>
              <a:t>, Voltage, </a:t>
            </a:r>
            <a:r>
              <a:rPr lang="en-GB" sz="3200" dirty="0" err="1">
                <a:ea typeface="+mn-lt"/>
                <a:cs typeface="+mn-lt"/>
              </a:rPr>
              <a:t>Global_intensity</a:t>
            </a:r>
            <a:r>
              <a:rPr lang="en-GB" sz="3200" dirty="0">
                <a:ea typeface="+mn-lt"/>
                <a:cs typeface="+mn-lt"/>
              </a:rPr>
              <a:t>, Sub_metering_2, Sub_metering_3</a:t>
            </a:r>
            <a:endParaRPr lang="en-GB" dirty="0">
              <a:ea typeface="+mn-lt"/>
              <a:cs typeface="+mn-lt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36594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4E629-AE67-5E3E-6240-1951C684F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Feature 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99A953-B27B-604D-2A27-E180AED47B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GB" sz="3200" dirty="0">
                <a:ea typeface="+mn-lt"/>
                <a:cs typeface="+mn-lt"/>
              </a:rPr>
              <a:t>Applied </a:t>
            </a:r>
            <a:r>
              <a:rPr lang="en-GB" sz="3200" dirty="0" err="1">
                <a:ea typeface="+mn-lt"/>
                <a:cs typeface="+mn-lt"/>
              </a:rPr>
              <a:t>StandardScaler</a:t>
            </a:r>
            <a:r>
              <a:rPr lang="en-GB" sz="3200" dirty="0">
                <a:ea typeface="+mn-lt"/>
                <a:cs typeface="+mn-lt"/>
              </a:rPr>
              <a:t> </a:t>
            </a:r>
            <a:endParaRPr lang="en-GB" dirty="0" err="1">
              <a:latin typeface="Grandview Display"/>
              <a:ea typeface="Calibri"/>
              <a:cs typeface="Calibri"/>
            </a:endParaRPr>
          </a:p>
          <a:p>
            <a:endParaRPr lang="en-GB"/>
          </a:p>
          <a:p>
            <a:r>
              <a:rPr lang="en-GB" sz="3200">
                <a:ea typeface="+mn-lt"/>
                <a:cs typeface="+mn-lt"/>
              </a:rPr>
              <a:t>Ensures features are on the same scale </a:t>
            </a:r>
            <a:endParaRPr lang="en-GB"/>
          </a:p>
          <a:p>
            <a:endParaRPr lang="en-GB"/>
          </a:p>
          <a:p>
            <a:r>
              <a:rPr lang="en-GB" sz="3200">
                <a:ea typeface="+mn-lt"/>
                <a:cs typeface="+mn-lt"/>
              </a:rPr>
              <a:t>Used for Linear Regression and KNN </a:t>
            </a:r>
            <a:endParaRPr lang="en-GB"/>
          </a:p>
          <a:p>
            <a:endParaRPr lang="en-GB"/>
          </a:p>
          <a:p>
            <a:r>
              <a:rPr lang="en-GB" sz="3200">
                <a:ea typeface="+mn-lt"/>
                <a:cs typeface="+mn-lt"/>
              </a:rPr>
              <a:t>Not required for Random Forest</a:t>
            </a:r>
            <a:endParaRPr lang="en-GB">
              <a:ea typeface="+mn-lt"/>
              <a:cs typeface="+mn-lt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6019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BBBAE-F410-8689-318D-7A5C5E335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Data </a:t>
            </a:r>
            <a:r>
              <a:rPr lang="en-GB"/>
              <a:t>Preparation - Modelling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BDB88-7DD0-2311-FB9A-21816255C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>
                <a:ea typeface="+mn-lt"/>
                <a:cs typeface="+mn-lt"/>
              </a:rPr>
              <a:t>Separated features (X) and target variable (</a:t>
            </a:r>
            <a:r>
              <a:rPr lang="en-GB" dirty="0" err="1">
                <a:ea typeface="+mn-lt"/>
                <a:cs typeface="+mn-lt"/>
              </a:rPr>
              <a:t>Global_active_power</a:t>
            </a:r>
            <a:r>
              <a:rPr lang="en-GB" dirty="0">
                <a:ea typeface="+mn-lt"/>
                <a:cs typeface="+mn-lt"/>
              </a:rPr>
              <a:t>) </a:t>
            </a:r>
          </a:p>
          <a:p>
            <a:r>
              <a:rPr lang="en-GB">
                <a:ea typeface="+mn-lt"/>
                <a:cs typeface="+mn-lt"/>
              </a:rPr>
              <a:t>Split data into training, validation, and test sets </a:t>
            </a:r>
          </a:p>
          <a:p>
            <a:r>
              <a:rPr lang="en-GB" dirty="0">
                <a:ea typeface="+mn-lt"/>
                <a:cs typeface="+mn-lt"/>
              </a:rPr>
              <a:t>Applied feature scaling where required </a:t>
            </a:r>
          </a:p>
          <a:p>
            <a:r>
              <a:rPr lang="en-GB">
                <a:ea typeface="+mn-lt"/>
                <a:cs typeface="+mn-lt"/>
              </a:rPr>
              <a:t>Trained and evaluated multiple machine learning models</a:t>
            </a:r>
          </a:p>
        </p:txBody>
      </p:sp>
    </p:spTree>
    <p:extLst>
      <p:ext uri="{BB962C8B-B14F-4D97-AF65-F5344CB8AC3E}">
        <p14:creationId xmlns:p14="http://schemas.microsoft.com/office/powerpoint/2010/main" val="611620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64E21-A1AD-FAC0-7E9E-13F93C69D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D26E0-69DF-D0E4-BCCA-62B22CA0AA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r>
              <a:rPr lang="en-GB" sz="3200">
                <a:ea typeface="+mn-lt"/>
                <a:cs typeface="+mn-lt"/>
              </a:rPr>
              <a:t>Linear Regression </a:t>
            </a:r>
            <a:endParaRPr lang="en-GB">
              <a:latin typeface="Grandview Display"/>
              <a:ea typeface="Calibri"/>
              <a:cs typeface="Calibri"/>
            </a:endParaRPr>
          </a:p>
          <a:p>
            <a:r>
              <a:rPr lang="en-GB" sz="3200">
                <a:ea typeface="+mn-lt"/>
                <a:cs typeface="+mn-lt"/>
              </a:rPr>
              <a:t>KNN Regressor </a:t>
            </a:r>
            <a:endParaRPr lang="en-GB"/>
          </a:p>
          <a:p>
            <a:r>
              <a:rPr lang="en-GB" sz="3200">
                <a:ea typeface="+mn-lt"/>
                <a:cs typeface="+mn-lt"/>
              </a:rPr>
              <a:t>Random Forest Regressor </a:t>
            </a:r>
            <a:endParaRPr lang="en-GB"/>
          </a:p>
          <a:p>
            <a:r>
              <a:rPr lang="en-GB" sz="3200">
                <a:ea typeface="+mn-lt"/>
                <a:cs typeface="+mn-lt"/>
              </a:rPr>
              <a:t>All models achieved high performance (~0.9 R²) </a:t>
            </a:r>
            <a:endParaRPr lang="en-GB"/>
          </a:p>
          <a:p>
            <a:r>
              <a:rPr lang="en-GB" sz="3200">
                <a:ea typeface="+mn-lt"/>
                <a:cs typeface="+mn-lt"/>
              </a:rPr>
              <a:t>Linear Regression captured general trends </a:t>
            </a:r>
            <a:endParaRPr lang="en-GB"/>
          </a:p>
          <a:p>
            <a:r>
              <a:rPr lang="en-GB" sz="3200">
                <a:ea typeface="+mn-lt"/>
                <a:cs typeface="+mn-lt"/>
              </a:rPr>
              <a:t>KNN showed weaker generalisation </a:t>
            </a:r>
            <a:endParaRPr lang="en-GB"/>
          </a:p>
          <a:p>
            <a:r>
              <a:rPr lang="en-GB" sz="3200">
                <a:ea typeface="+mn-lt"/>
                <a:cs typeface="+mn-lt"/>
              </a:rPr>
              <a:t>Random Forest performed most consistently </a:t>
            </a:r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 sz="320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717776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C72F3-F367-4144-A8BE-0882CE022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Global_Intensity</a:t>
            </a:r>
            <a:r>
              <a:rPr lang="en-GB" dirty="0"/>
              <a:t> Impact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04D75-6877-103C-5016-05CBB15A29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en-GB" sz="3200">
                <a:ea typeface="+mn-lt"/>
                <a:cs typeface="+mn-lt"/>
              </a:rPr>
              <a:t>Highly correlated with target variable </a:t>
            </a:r>
            <a:endParaRPr lang="en-GB">
              <a:latin typeface="Grandview Display"/>
              <a:ea typeface="Calibri"/>
              <a:cs typeface="Calibri"/>
            </a:endParaRPr>
          </a:p>
          <a:p>
            <a:endParaRPr lang="en-GB"/>
          </a:p>
          <a:p>
            <a:r>
              <a:rPr lang="en-GB" sz="3200">
                <a:ea typeface="+mn-lt"/>
                <a:cs typeface="+mn-lt"/>
              </a:rPr>
              <a:t>Improves prediction accuracy </a:t>
            </a:r>
            <a:endParaRPr lang="en-GB"/>
          </a:p>
          <a:p>
            <a:endParaRPr lang="en-GB"/>
          </a:p>
          <a:p>
            <a:r>
              <a:rPr lang="en-GB" sz="3200">
                <a:ea typeface="+mn-lt"/>
                <a:cs typeface="+mn-lt"/>
              </a:rPr>
              <a:t>Introduces redundancy </a:t>
            </a:r>
            <a:endParaRPr lang="en-GB"/>
          </a:p>
          <a:p>
            <a:endParaRPr lang="en-GB"/>
          </a:p>
          <a:p>
            <a:r>
              <a:rPr lang="en-GB" sz="3200">
                <a:ea typeface="+mn-lt"/>
                <a:cs typeface="+mn-lt"/>
              </a:rPr>
              <a:t>May inflate model performance</a:t>
            </a:r>
            <a:endParaRPr lang="en-GB">
              <a:ea typeface="+mn-lt"/>
              <a:cs typeface="+mn-lt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8152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B147-2934-4D69-2AC4-AFEBF3E2A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876801" cy="1569516"/>
          </a:xfrm>
        </p:spPr>
        <p:txBody>
          <a:bodyPr anchor="t">
            <a:normAutofit/>
          </a:bodyPr>
          <a:lstStyle/>
          <a:p>
            <a:r>
              <a:rPr lang="en-GB"/>
              <a:t>Best Model: Random Forest Regressor</a:t>
            </a:r>
            <a:endParaRPr lang="en-US"/>
          </a:p>
        </p:txBody>
      </p:sp>
      <p:pic>
        <p:nvPicPr>
          <p:cNvPr id="5" name="Picture 4" descr="A black background with white numbers&#10;&#10;AI-generated content may be incorrect.">
            <a:extLst>
              <a:ext uri="{FF2B5EF4-FFF2-40B4-BE49-F238E27FC236}">
                <a16:creationId xmlns:a16="http://schemas.microsoft.com/office/drawing/2014/main" id="{156728E6-BC46-B044-BCF7-00CC2C872A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35" y="5386648"/>
            <a:ext cx="4827756" cy="596119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3771B-60F0-42D4-3A2F-DB4CCCD7D8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9" y="960119"/>
            <a:ext cx="5130210" cy="50226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>
                <a:ea typeface="+mn-lt"/>
                <a:cs typeface="+mn-lt"/>
              </a:rPr>
              <a:t>Highest R² score </a:t>
            </a:r>
            <a:endParaRPr lang="en-GB">
              <a:latin typeface="Grandview Display"/>
              <a:ea typeface="Calibri"/>
              <a:cs typeface="Calibri"/>
            </a:endParaRPr>
          </a:p>
          <a:p>
            <a:r>
              <a:rPr lang="en-GB">
                <a:ea typeface="+mn-lt"/>
                <a:cs typeface="+mn-lt"/>
              </a:rPr>
              <a:t>Captures complex patterns </a:t>
            </a:r>
            <a:endParaRPr lang="en-GB"/>
          </a:p>
          <a:p>
            <a:r>
              <a:rPr lang="en-GB">
                <a:ea typeface="+mn-lt"/>
                <a:cs typeface="+mn-lt"/>
              </a:rPr>
              <a:t>More robust and stable </a:t>
            </a:r>
            <a:endParaRPr lang="en-GB"/>
          </a:p>
          <a:p>
            <a:r>
              <a:rPr lang="en-GB">
                <a:ea typeface="+mn-lt"/>
                <a:cs typeface="+mn-lt"/>
              </a:rPr>
              <a:t>Selected as final model</a:t>
            </a:r>
          </a:p>
          <a:p>
            <a:endParaRPr lang="en-GB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40DBD50-3CB1-A513-2321-1891E3F0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576959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DashVTI</vt:lpstr>
      <vt:lpstr>Iteration 2 – Exploring different machine learning models</vt:lpstr>
      <vt:lpstr>Dataset Overview</vt:lpstr>
      <vt:lpstr>Data Preparation</vt:lpstr>
      <vt:lpstr>Feature Selection</vt:lpstr>
      <vt:lpstr>Feature Scaling</vt:lpstr>
      <vt:lpstr>Data Preparation - Modelling</vt:lpstr>
      <vt:lpstr>Models</vt:lpstr>
      <vt:lpstr>Global_Intensity Impact</vt:lpstr>
      <vt:lpstr>Best Model: Random Forest Regressor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155</cp:revision>
  <dcterms:created xsi:type="dcterms:W3CDTF">2026-03-24T21:50:04Z</dcterms:created>
  <dcterms:modified xsi:type="dcterms:W3CDTF">2026-03-25T23:07:25Z</dcterms:modified>
</cp:coreProperties>
</file>